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retention_value/results.json for CIFAR, matched_test, ratio .95, session 5; mixtures selected with base-only pseudo episodes. Test-retention threshold sweep is descriptive, not a deployed threshold selected without test labels. Dense fusion difference is 1.37 ± 3.37 pp. All comparisons feasible on 3/3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CIFAR retention_value/results.json, fixed_gate. Incremental average is mean all-class macro accuracy over five sessions. Full paired removal, recalibration and dense-replacement comparisons, including Pets, appear in the manuscript. SD uses 3 partitions after averaging orders; orders are not extra independent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Pets retention_value/results.json, matched_test, ratios .95/.99, session 5. At .99 the base accuracies differ by less than .08 pp due to discrete macro weights. The paired gain is 6.9956 ± 5.5721 pp over dense anchored text–prototype fusion. Thresholds in this frontier use base test labels for analysis; validation-only operational results are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Novel recognition at the same base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/ Shandong University / Retention-constrained class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CIFAR-100: approximately 83.48% base accuracy for every readout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6984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468880"/>
                <a:gridCol w="2468880"/>
              </a:tblGrid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Readout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Base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Novel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Retained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75.79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No classifier, recalibrated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61.36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Anchored text +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74.43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09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Retaining the classifier adds 14.43 ± 6.59 pp novel accuracy</a:t>
            </a:r>
          </a:p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over recalibration after removal.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9384A"/>
                </a:solidFill>
                <a:latin typeface="Arial"/>
              </a:defRPr>
            </a:pPr>
            <a:r>
              <a:t>Five-shot descriptive matched-test frontier at 95% of closed-base accuracy. Three partitions; SD is paired across partitions.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Classifier value across five class arrivals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/ Shandong University / Retention-constrained class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CIFAR-100: 8 new classes per session, 40 new classes in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6984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3017520"/>
                <a:gridCol w="2468880"/>
              </a:tblGrid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Readout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Incremental avg.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Final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Retained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79.31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No classifier, recalibrated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77.56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Anchored text +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79.30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663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Paired gain over recalibrated classifier removal:</a:t>
            </a:r>
          </a:p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+2.18 ± 0.24 pp incremental average; +1.75 ± 0.23 pp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9384A"/>
                </a:solidFill>
                <a:latin typeface="Arial"/>
              </a:defRPr>
            </a:pPr>
            <a:r>
              <a:t>Gates and offsets stay fixed after base-only calibration. Two arrival orders are averaged within each of three partitions.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Stricter retention increases classifier admission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/ Shandong University / Retention-constrained class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Oxford-IIIT Pets: retained classifier versus dense prototype fusion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69848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94560"/>
                <a:gridCol w="2743200"/>
                <a:gridCol w="2560320"/>
              </a:tblGrid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Retention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Base (%) 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Retained novel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Dense novel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95% of closed-base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92.93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94.57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99% of closed-base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90.99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latin typeface="Arial"/>
                        </a:defRPr>
                      </a:pPr>
                      <a:r>
                        <a:t>84.00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At approximately 96.84% base accuracy:</a:t>
            </a:r>
          </a:p>
          <a:p>
            <a:pPr>
              <a:spcAft>
                <a:spcPts val="800"/>
              </a:spcAft>
              <a:defRPr sz="2300" b="1">
                <a:solidFill>
                  <a:srgbClr val="27627E"/>
                </a:solidFill>
                <a:latin typeface="Arial"/>
              </a:defRPr>
            </a:pPr>
            <a:r>
              <a:t>90.99% novel accuracy with retained columns versus 84.00% with dense fusion.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9384A"/>
                </a:solidFill>
                <a:latin typeface="Arial"/>
              </a:defRPr>
            </a:pPr>
            <a:r>
              <a:t>Paired difference: 7.00 ± 5.57 pp across three partitions. Descriptive matched-test frontier; both methods are feasible in every partition.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