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manuscript Sections 3–4, availability mask and fixed-reference score definition. No external visual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Proposition 1 and experiments/fcs{,_pets}/review_controls/results.json, sequential records. Existing-class accuracy can change through competition from new rows. Fixed-reference text–prototype fusion shares the score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experiments/fcs/results.json, experiments/fcs_pets/results.json, and their review_controls/results.json; five-shot harmonic-selected points. Table means are not claims of aggregate accuracy superiority. Protocol and SD: manuscript Tables 1–3.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9384A"/>
                </a:solidFill>
                <a:latin typeface="Arial"/>
              </a:defRPr>
            </a:pPr>
            <a:r>
              <a:t>Reference-anchored candidate tables</a:t>
            </a:r>
          </a:p>
          <a:p>
            <a:pPr>
              <a:spcAft>
                <a:spcPts val="1000"/>
              </a:spcAft>
              <a:defRPr sz="3000" b="1">
                <a:solidFill>
                  <a:srgbClr val="19384A"/>
                </a:solidFill>
                <a:latin typeface="Arial"/>
              </a:defRPr>
            </a:pPr>
            <a:r>
              <a:t>for class expansion in long-tailed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9384A"/>
                </a:solidFill>
                <a:latin typeface="Arial"/>
              </a:defRPr>
            </a:pPr>
            <a:r>
              <a:t>Junyi Zhang  /  Shandong University  /  FCS Research Article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492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27627E"/>
                </a:solidFill>
                <a:latin typeface="Arial"/>
              </a:defRPr>
            </a:pPr>
            <a:r>
              <a:t>Class vocabularies grow after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6492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9384A"/>
                </a:solidFill>
                <a:latin typeface="Arial"/>
              </a:defRPr>
            </a:pPr>
            <a:r>
              <a:t>Base classes carry trained classifier weights.</a:t>
            </a:r>
          </a:p>
          <a:p>
            <a:pPr>
              <a:spcAft>
                <a:spcPts val="1000"/>
              </a:spcAft>
              <a:defRPr sz="2300" b="0">
                <a:solidFill>
                  <a:srgbClr val="19384A"/>
                </a:solidFill>
                <a:latin typeface="Arial"/>
              </a:defRPr>
            </a:pPr>
            <a:r>
              <a:t>Arriving classes provide a name and a few images.</a:t>
            </a:r>
          </a:p>
          <a:p>
            <a:pPr>
              <a:spcAft>
                <a:spcPts val="1000"/>
              </a:spcAft>
              <a:defRPr sz="2300" b="0">
                <a:solidFill>
                  <a:srgbClr val="19384A"/>
                </a:solidFill>
                <a:latin typeface="Arial"/>
              </a:defRPr>
            </a:pPr>
            <a:r>
              <a:t>Fixed base references keep existing scores consistent as new rows enter.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06640" y="2057400"/>
          <a:ext cx="4114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</a:tblGrid>
              <a:tr h="617220"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Learned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Prototype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Novel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Novel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489204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7627E"/>
                </a:solidFill>
                <a:latin typeface="Arial"/>
              </a:defRPr>
            </a:pPr>
            <a:r>
              <a:t>Append a row with its available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9384A"/>
                </a:solidFill>
                <a:latin typeface="Arial"/>
              </a:defRPr>
            </a:pPr>
            <a:r>
              <a:t>Fixed references preserve existing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9384A"/>
                </a:solidFill>
                <a:latin typeface="Arial"/>
              </a:defRPr>
            </a:pPr>
            <a:r>
              <a:t>Junyi Zhang  /  Shandong University  /  FCS Research Article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27627E"/>
                </a:solidFill>
                <a:latin typeface="Arial"/>
              </a:defRPr>
            </a:pPr>
            <a:r>
              <a:t>A class can enter the decision without rescaling earlier classes.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074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84A"/>
                </a:solidFill>
                <a:latin typeface="Arial"/>
              </a:defRPr>
            </a:pPr>
            <a:r>
              <a:t>Fixed encoder, stored evidence, gates and reference banks</a:t>
            </a:r>
          </a:p>
          <a:p>
            <a:pPr>
              <a:spcAft>
                <a:spcPts val="1000"/>
              </a:spcAft>
              <a:defRPr sz="2200" b="0">
                <a:solidFill>
                  <a:srgbClr val="19384A"/>
                </a:solidFill>
                <a:latin typeface="Arial"/>
              </a:defRPr>
            </a:pPr>
          </a:p>
          <a:p>
            <a:pPr>
              <a:spcAft>
                <a:spcPts val="1000"/>
              </a:spcAft>
              <a:defRPr sz="2200" b="0">
                <a:solidFill>
                  <a:srgbClr val="19384A"/>
                </a:solidFill>
                <a:latin typeface="Arial"/>
              </a:defRPr>
            </a:pPr>
            <a:r>
              <a:t>Existing scores and their relative ranking remain unchanged in real arithmetic.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9384A"/>
                </a:solidFill>
                <a:latin typeface="Arial"/>
              </a:defRPr>
            </a:pPr>
            <a:r>
              <a:t>Five sequential arrival sessions</a:t>
            </a:r>
          </a:p>
          <a:p>
            <a:pPr>
              <a:spcAft>
                <a:spcPts val="1000"/>
              </a:spcAft>
              <a:defRPr sz="2500" b="0">
                <a:solidFill>
                  <a:srgbClr val="19384A"/>
                </a:solidFill>
                <a:latin typeface="Arial"/>
              </a:defRPr>
            </a:pPr>
            <a:r>
              <a:t>Two arrival orders per partition</a:t>
            </a:r>
          </a:p>
          <a:p>
            <a:pPr>
              <a:spcAft>
                <a:spcPts val="1000"/>
              </a:spcAft>
              <a:defRPr sz="2500" b="0">
                <a:solidFill>
                  <a:srgbClr val="19384A"/>
                </a:solidFill>
                <a:latin typeface="Arial"/>
              </a:defRPr>
            </a:pPr>
            <a:r>
              <a:t>Three partitions on each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7627E"/>
                </a:solidFill>
                <a:latin typeface="Arial"/>
              </a:defRPr>
            </a:pPr>
            <a:r>
              <a:t>Final predictions agree across arrival orders in all six partition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9384A"/>
                </a:solidFill>
                <a:latin typeface="Arial"/>
              </a:defRPr>
            </a:pPr>
            <a:r>
              <a:t>Maximum sequential floating-point score difference: CIFAR 2.85e−5, Pets 3.58e−6.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9384A"/>
                </a:solidFill>
                <a:latin typeface="Arial"/>
              </a:defRPr>
            </a:pPr>
            <a:r>
              <a:t>Recognition at a base-retention operating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9384A"/>
                </a:solidFill>
                <a:latin typeface="Arial"/>
              </a:defRPr>
            </a:pPr>
            <a:r>
              <a:t>Junyi Zhang  /  Shandong University  /  FCS Research Article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27627E"/>
                </a:solidFill>
                <a:latin typeface="Arial"/>
              </a:defRPr>
            </a:pPr>
            <a:r>
              <a:t>Five images per arriving class, frozen CLIP ViT-L/14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7744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Dataset / 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Readout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Base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Novel (%)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CIFAR / harmonic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Candidate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86.03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66.90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CIFAR / harmonic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Anchored text + prototypes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82.40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76.19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Pets / harmonic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Candidate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97.18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87.79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Pets / harmonic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Anchored text + prototypes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94.58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Arial"/>
                        </a:defRPr>
                      </a:pPr>
                      <a:r>
                        <a:t>90.38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9384A"/>
                </a:solidFill>
                <a:latin typeface="Arial"/>
              </a:defRPr>
            </a:pPr>
            <a:r>
              <a:t>Base-only calibration and disjoint novel support.</a:t>
            </a:r>
          </a:p>
          <a:p>
            <a:pPr>
              <a:spcAft>
                <a:spcPts val="1000"/>
              </a:spcAft>
              <a:defRPr sz="2200" b="0">
                <a:solidFill>
                  <a:srgbClr val="19384A"/>
                </a:solidFill>
                <a:latin typeface="Arial"/>
              </a:defRPr>
            </a:pPr>
            <a:r>
              <a:t>Base and novel accuracy jointly describe the selected operating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9384A"/>
                </a:solidFill>
                <a:latin typeface="Arial"/>
              </a:defRPr>
            </a:pPr>
            <a:r>
              <a:t>Means across three distinct class partitions. Partition-level standard deviations appear in the paper.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